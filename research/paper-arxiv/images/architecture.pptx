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700000" cy="596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" y="508000"/>
            <a:ext cx="1879600" cy="2768600"/>
          </a:xfrm>
          <a:prstGeom prst="roundRect">
            <a:avLst>
              <a:gd name="adj" fmla="val 8108"/>
            </a:avLst>
          </a:prstGeom>
          <a:solidFill>
            <a:srgbClr val="FAFAFA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04800" y="5048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914400"/>
            <a:ext cx="1574800" cy="4318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obot--4d4d4d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41400"/>
            <a:ext cx="177800" cy="17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00" y="999871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71717"/>
                </a:solidFill>
                <a:latin typeface="Geist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200" y="1432242"/>
            <a:ext cx="1720469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4D4D4D"/>
                </a:solidFill>
                <a:latin typeface="Geist"/>
              </a:rPr>
              <a:t>untrusted principal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1752600"/>
            <a:ext cx="1574800" cy="7112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3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lug-connected--0070f3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879600"/>
            <a:ext cx="177800" cy="177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849438"/>
            <a:ext cx="8858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70F3"/>
                </a:solidFill>
                <a:latin typeface="Geist"/>
              </a:rPr>
              <a:t>two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179066"/>
            <a:ext cx="1445666" cy="2962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4D4D4D"/>
                </a:solidFill>
                <a:latin typeface="Geist Mono"/>
              </a:rPr>
              <a:t>agentguard.auto()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" y="2567940"/>
            <a:ext cx="122834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15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00" y="2803842"/>
            <a:ext cx="144881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Python · JS · 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01800" y="584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16050" y="5048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ist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82800" y="1270000"/>
            <a:ext cx="1778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36800" y="508000"/>
            <a:ext cx="7874000" cy="2768600"/>
          </a:xfrm>
          <a:prstGeom prst="roundRect">
            <a:avLst>
              <a:gd name="adj" fmla="val 5504"/>
            </a:avLst>
          </a:prstGeom>
          <a:solidFill>
            <a:srgbClr val="FAFAFA"/>
          </a:solidFill>
          <a:ln w="1270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40000" y="589915"/>
            <a:ext cx="1740154" cy="466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1717"/>
                </a:solidFill>
                <a:latin typeface="Geist"/>
              </a:rPr>
              <a:t>Aegis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000" y="891540"/>
            <a:ext cx="226771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D4D4D"/>
                </a:solidFill>
                <a:latin typeface="Geist"/>
              </a:rPr>
              <a:t>the call has not run yet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0000" y="1219200"/>
            <a:ext cx="17780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regex--171717.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320800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46400" y="1308735"/>
            <a:ext cx="92125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L1 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4300" y="1676400"/>
            <a:ext cx="15494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930970" y="1711642"/>
            <a:ext cx="99606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171717"/>
                </a:solidFill>
                <a:latin typeface="Geist Mono"/>
              </a:rPr>
              <a:t>call 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2400" y="211804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&lt;1 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30700" y="1828800"/>
            <a:ext cx="1270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70400" y="1219200"/>
            <a:ext cx="17780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binary-tree--171717.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400" y="1320800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76800" y="1308735"/>
            <a:ext cx="1330706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L2  behaviour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84700" y="1676400"/>
            <a:ext cx="15494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70818" y="1711642"/>
            <a:ext cx="1177163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171717"/>
                </a:solidFill>
                <a:latin typeface="Geist Mono"/>
              </a:rPr>
              <a:t>agent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2800" y="2118042"/>
            <a:ext cx="90551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in-process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61100" y="1828800"/>
            <a:ext cx="1270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00800" y="1219200"/>
            <a:ext cx="17780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bulb--171717.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800" y="1320800"/>
            <a:ext cx="19050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07200" y="1308735"/>
            <a:ext cx="112598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L3  auditor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5100" y="1676400"/>
            <a:ext cx="15494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91770" y="1711642"/>
            <a:ext cx="99606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171717"/>
                </a:solidFill>
                <a:latin typeface="Geist Mono"/>
              </a:rPr>
              <a:t>stated task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3200" y="211804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1–2 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191500" y="1828800"/>
            <a:ext cx="1270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31200" y="1219200"/>
            <a:ext cx="1778000" cy="1219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3E5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route--0070f3.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1320800"/>
            <a:ext cx="190500" cy="190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737600" y="1308735"/>
            <a:ext cx="143306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0F3"/>
                </a:solidFill>
                <a:latin typeface="Geist"/>
              </a:rPr>
              <a:t>Lp  provenance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45500" y="1676400"/>
            <a:ext cx="1549400" cy="304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31618" y="1711642"/>
            <a:ext cx="1177163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171717"/>
                </a:solidFill>
                <a:latin typeface="Geist Mono"/>
              </a:rPr>
              <a:t>channel split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3600" y="2118042"/>
            <a:ext cx="144881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070F3"/>
                </a:solidFill>
                <a:latin typeface="Geist"/>
              </a:rPr>
              <a:t>&lt;1 ms · optional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40000" y="2578735"/>
            <a:ext cx="818896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decision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05200" y="2590800"/>
            <a:ext cx="1168400" cy="406400"/>
          </a:xfrm>
          <a:prstGeom prst="roundRect">
            <a:avLst>
              <a:gd name="adj" fmla="val 50000"/>
            </a:avLst>
          </a:prstGeom>
          <a:solidFill>
            <a:srgbClr val="D7F2E7"/>
          </a:solidFill>
          <a:ln w="12700">
            <a:solidFill>
              <a:srgbClr val="D7F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708400" y="26676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8A5F"/>
                </a:solidFill>
                <a:latin typeface="Geist"/>
              </a:rPr>
              <a:t>allow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26000" y="2590800"/>
            <a:ext cx="1168400" cy="406400"/>
          </a:xfrm>
          <a:prstGeom prst="roundRect">
            <a:avLst>
              <a:gd name="adj" fmla="val 50000"/>
            </a:avLst>
          </a:prstGeom>
          <a:solidFill>
            <a:srgbClr val="FFE3E3"/>
          </a:solidFill>
          <a:ln w="12700">
            <a:solidFill>
              <a:srgbClr val="FF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029200" y="26676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40000"/>
                </a:solidFill>
                <a:latin typeface="Geist"/>
              </a:rPr>
              <a:t>block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6800" y="2590800"/>
            <a:ext cx="1320800" cy="406400"/>
          </a:xfrm>
          <a:prstGeom prst="roundRect">
            <a:avLst>
              <a:gd name="adj" fmla="val 50000"/>
            </a:avLst>
          </a:prstGeom>
          <a:solidFill>
            <a:srgbClr val="FFEFCF"/>
          </a:solidFill>
          <a:ln w="12700">
            <a:solidFill>
              <a:srgbClr val="FFE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26200" y="26676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A96500"/>
                </a:solidFill>
                <a:latin typeface="Geist"/>
              </a:rPr>
              <a:t>pending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543800" y="2794000"/>
            <a:ext cx="2540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874000" y="2590800"/>
            <a:ext cx="2133600" cy="4064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user-check--4d4d4d.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8300" y="2705100"/>
            <a:ext cx="177800" cy="177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42300" y="2668588"/>
            <a:ext cx="13779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1717"/>
                </a:solidFill>
                <a:latin typeface="Geist"/>
              </a:rPr>
              <a:t>human approval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04400" y="2641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518650" y="25622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ist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089400" y="3022600"/>
            <a:ext cx="0" cy="787400"/>
          </a:xfrm>
          <a:prstGeom prst="line">
            <a:avLst/>
          </a:prstGeom>
          <a:ln w="22860">
            <a:solidFill>
              <a:srgbClr val="0E8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92200" y="3810000"/>
            <a:ext cx="2997200" cy="0"/>
          </a:xfrm>
          <a:prstGeom prst="line">
            <a:avLst/>
          </a:prstGeom>
          <a:ln w="22860">
            <a:solidFill>
              <a:srgbClr val="0E8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92200" y="3327400"/>
            <a:ext cx="0" cy="482600"/>
          </a:xfrm>
          <a:prstGeom prst="line">
            <a:avLst/>
          </a:prstGeom>
          <a:ln w="22860">
            <a:solidFill>
              <a:srgbClr val="0E8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410200" y="3022600"/>
            <a:ext cx="0" cy="1066800"/>
          </a:xfrm>
          <a:prstGeom prst="line">
            <a:avLst/>
          </a:prstGeom>
          <a:ln w="2794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397000" y="4089400"/>
            <a:ext cx="4013200" cy="0"/>
          </a:xfrm>
          <a:prstGeom prst="line">
            <a:avLst/>
          </a:prstGeom>
          <a:ln w="2794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397000" y="3327400"/>
            <a:ext cx="0" cy="762000"/>
          </a:xfrm>
          <a:prstGeom prst="line">
            <a:avLst/>
          </a:prstGeom>
          <a:ln w="2794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807200" y="3022600"/>
            <a:ext cx="0" cy="1346200"/>
          </a:xfrm>
          <a:prstGeom prst="line">
            <a:avLst/>
          </a:prstGeom>
          <a:ln w="22860">
            <a:solidFill>
              <a:srgbClr val="A9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787400" y="4368800"/>
            <a:ext cx="6019800" cy="0"/>
          </a:xfrm>
          <a:prstGeom prst="line">
            <a:avLst/>
          </a:prstGeom>
          <a:ln w="22860">
            <a:solidFill>
              <a:srgbClr val="A9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87400" y="3327400"/>
            <a:ext cx="0" cy="1041400"/>
          </a:xfrm>
          <a:prstGeom prst="line">
            <a:avLst/>
          </a:prstGeom>
          <a:ln w="22860">
            <a:solidFill>
              <a:srgbClr val="A9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670800" y="3505200"/>
            <a:ext cx="48768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848600" y="36601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8A5F"/>
                </a:solidFill>
                <a:latin typeface="Geist"/>
              </a:rPr>
              <a:t>allow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3000" y="3660140"/>
            <a:ext cx="396849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the tool runs; its result returns normally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48600" y="39903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0000"/>
                </a:solidFill>
                <a:latin typeface="Geist"/>
              </a:rPr>
              <a:t>block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63000" y="3990340"/>
            <a:ext cx="368503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the tool never runs — a refusal returns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48600" y="43205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96500"/>
                </a:solidFill>
                <a:latin typeface="Geist"/>
              </a:rPr>
              <a:t>pending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63000" y="4320540"/>
            <a:ext cx="37795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the turn suspends until a person decides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63000" y="4155440"/>
            <a:ext cx="2362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where a tool result would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2400" y="4940935"/>
            <a:ext cx="9007856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The refusal arrives in-band — which is why a blocked agent explains itself and continues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2400" y="5169535"/>
            <a:ext cx="368503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the conversation instead of failing.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261600" y="1270000"/>
            <a:ext cx="25400" cy="0"/>
          </a:xfrm>
          <a:prstGeom prst="line">
            <a:avLst/>
          </a:prstGeom>
          <a:ln w="1778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10363200" y="508000"/>
            <a:ext cx="2184400" cy="14732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0515600" y="534035"/>
            <a:ext cx="143306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Tamper-evident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90200" y="889000"/>
            <a:ext cx="1930400" cy="381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3" name="Picture 82" descr="lock-check--4d4d4d.25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4500" y="990600"/>
            <a:ext cx="177800" cy="1778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858500" y="959104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Ed25519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490200" y="1371600"/>
            <a:ext cx="1930400" cy="355600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0591800" y="1434020"/>
            <a:ext cx="1177163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SHA-256 chain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2242800" y="584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1957050" y="5048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ist"/>
              </a:rPr>
              <a:t>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363200" y="2133600"/>
            <a:ext cx="21844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515600" y="2159635"/>
            <a:ext cx="7620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Cockpit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90200" y="2489200"/>
            <a:ext cx="1930400" cy="381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" name="Picture 91" descr="layout-dashboard--4d4d4d.25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4500" y="2590800"/>
            <a:ext cx="177800" cy="1778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58500" y="2559304"/>
            <a:ext cx="8503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live feed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0" y="2930842"/>
            <a:ext cx="162991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approvals · export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2400" y="5565140"/>
            <a:ext cx="217322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Where an attendee acts: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489200" y="5565140"/>
            <a:ext cx="179527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1  drives the agent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21200" y="5565140"/>
            <a:ext cx="311810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2  approves or blocks a held call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0000" y="5565140"/>
            <a:ext cx="47244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3  tampers with the signed log, verification fails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